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48"/>
  </p:normalViewPr>
  <p:slideViewPr>
    <p:cSldViewPr snapToGrid="0" snapToObjects="1">
      <p:cViewPr varScale="1">
        <p:scale>
          <a:sx n="119" d="100"/>
          <a:sy n="119" d="100"/>
        </p:scale>
        <p:origin x="216" y="2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40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Юзабилити-тестирование</a:t>
            </a:r>
          </a:p>
          <a:p>
            <a:pPr algn="ctr"/>
            <a:r>
              <a:rPr sz="2400" b="0" i="0">
                <a:solidFill>
                  <a:srgbClr val="EAF6E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веб-приложение «Notes App»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937760"/>
            <a:ext cx="1033272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Отчёт о проведённом тестировании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5120640" cy="2113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«Notes App» —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деловых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заметок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рамках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организации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Заметки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группируются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мероприятиям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совещания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собрания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.).</a:t>
            </a:r>
          </a:p>
          <a:p>
            <a:pPr>
              <a:spcAft>
                <a:spcPts val="1400"/>
              </a:spcAft>
            </a:pP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тестирования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оценить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понятность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создания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первой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заметки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логики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8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приложения</a:t>
            </a:r>
            <a:r>
              <a:rPr sz="18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 descr="главная-страница-внутри-организаци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554480"/>
            <a:ext cx="5852160" cy="31689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0" y="4754880"/>
            <a:ext cx="58521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страница приложения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Цели тестирования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</a:pPr>
            <a:r>
              <a:rPr sz="2400" b="1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Проверить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сможет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ли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новый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пользователь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подсказок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первую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заметку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2400"/>
              </a:spcAft>
            </a:pPr>
            <a:r>
              <a:rPr sz="2400" b="1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Выявить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места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пользователи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путаются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логике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«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организация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мероприятие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4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заметка</a:t>
            </a:r>
            <a:r>
              <a:rPr sz="24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Методы и участники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</a:pP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Участники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3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человека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из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целевой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аудитории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ведут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заметки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встречах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>
              <a:spcAft>
                <a:spcPts val="1800"/>
              </a:spcAft>
            </a:pP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Формат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модерируемое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выполняются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вслух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800"/>
              </a:spcAft>
            </a:pP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Фиксация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наблюдение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протокол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модератора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без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видео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графиков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800"/>
              </a:spcAft>
            </a:pP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Объём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5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типовых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задач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для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каждого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участника</a:t>
            </a:r>
            <a:r>
              <a:rPr sz="20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Сценарий: задачи участников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640080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Открыть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начать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вести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заметки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Записать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заметку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итогам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совещания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Найти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ранее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созданную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заметку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ключевому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слову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Скачать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заметку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устройство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400"/>
              </a:spcAft>
            </a:pPr>
            <a:r>
              <a:rPr sz="1900" b="1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Переключиться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на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другую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900" b="0" i="0" dirty="0" err="1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организацию</a:t>
            </a:r>
            <a:r>
              <a:rPr sz="1900" b="0" i="0" dirty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4" name="Picture 3" descr="новая-заметка-заполненные-пол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480560" cy="24808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Результат 1: старт через организацию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Calibri"/>
              </a:rPr>
              <a:t>Все 3 участника не поняли, зачем создавать организацию, чтобы написать заметку — ожидали сразу поле для текста.</a:t>
            </a:r>
          </a:p>
        </p:txBody>
      </p:sp>
      <p:pic>
        <p:nvPicPr>
          <p:cNvPr id="4" name="Picture 3" descr="создание-организаци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25747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Calibri"/>
              </a:rPr>
              <a:t>Обязательное создание организации на старте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2: обязательное поле «Мероприятие»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из 3 искали поле содержания и растерялись: сначала требуется выбрать мероприятие.</a:t>
            </a:r>
          </a:p>
        </p:txBody>
      </p:sp>
      <p:pic>
        <p:nvPicPr>
          <p:cNvPr id="4" name="Picture 3" descr="новая-заметк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3759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Форма заметки начинается с выбора мероприятия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3: кнопка «+» без подписи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из 3 не сразу заметили кнопку создания мероприятия рядом со списком — только иконка, без текста.</a:t>
            </a:r>
          </a:p>
        </p:txBody>
      </p:sp>
      <p:pic>
        <p:nvPicPr>
          <p:cNvPr id="4" name="Picture 3" descr="новая-заметка-создание-мероприятия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3720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мероприятия по кнопке «+»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4: переключение организаций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участник не догадался, что название организации в шапке кликабельно и открывает выбор.</a:t>
            </a:r>
          </a:p>
        </p:txBody>
      </p:sp>
      <p:pic>
        <p:nvPicPr>
          <p:cNvPr id="4" name="Picture 3" descr="управление-организациям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38110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выбора организации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5: поиск по дате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64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Подписи полей диапазона обрезаны («Дата и время оконча…»), назначение второго поля не очевидно.</a:t>
            </a:r>
          </a:p>
        </p:txBody>
      </p:sp>
      <p:pic>
        <p:nvPicPr>
          <p:cNvPr id="4" name="Picture 3" descr="поиск-заметок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520" y="2468880"/>
            <a:ext cx="6126480" cy="32229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017520" y="6126480"/>
            <a:ext cx="61264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666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Панель поиска заметок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Рекомендации (по приоритету)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sz="19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Пояснить назначение организации на старте (короткий текст или онбординг).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sz="19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Подписать кнопку «+» или добавить пункт «Новое мероприятие» в список.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sz="19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Если мероприятий нет — сразу открывать форму их создания.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sz="19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Сделать название организации в шапке визуально кликабельным.</a:t>
            </a:r>
          </a:p>
          <a:p>
            <a:pPr>
              <a:spcAft>
                <a:spcPts val="1400"/>
              </a:spcAft>
            </a:pPr>
            <a:r>
              <a:rPr sz="1900" b="1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sz="19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Расширить и переименовать поля диапазона дат в поиске.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E8E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rtlCol="0" anchor="ctr"/>
          <a:lstStyle/>
          <a:p>
            <a:pPr algn="ctr"/>
            <a:r>
              <a:rPr sz="2800" b="1" i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1733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20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Базовые сценарии — поиск, скачивание, ведение заметок — понятны пользователям.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Первый опыт затрудняет обязательная связка «организация → мероприятие».</a:t>
            </a:r>
          </a:p>
          <a:p>
            <a:pPr>
              <a:spcAft>
                <a:spcPts val="1600"/>
              </a:spcAft>
            </a:pPr>
            <a:r>
              <a:rPr sz="2000" b="0" i="0">
                <a:solidFill>
                  <a:srgbClr val="2222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Устранение первых трёх рекомендаций снимет основные затруднения и ускорит начало работы.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426</Words>
  <Application>Microsoft Macintosh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2</cp:revision>
  <dcterms:created xsi:type="dcterms:W3CDTF">2013-01-27T09:14:16Z</dcterms:created>
  <dcterms:modified xsi:type="dcterms:W3CDTF">2026-07-06T11:36:23Z</dcterms:modified>
  <cp:category/>
</cp:coreProperties>
</file>