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Юзабилити-тестирование</a:t>
            </a:r>
          </a:p>
          <a:p>
            <a:pPr algn="ctr"/>
            <a:r>
              <a:rPr sz="2400" b="0" i="0">
                <a:solidFill>
                  <a:srgbClr val="EAF6EE"/>
                </a:solidFill>
                <a:latin typeface="Calibri"/>
              </a:rPr>
              <a:t>веб-приложение «Notes App»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937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66"/>
                </a:solidFill>
                <a:latin typeface="Calibri"/>
              </a:rPr>
              <a:t>Отчёт о проведённом тестировании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«Notes App» — приложение для деловых заметок в рамках организации.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Заметки группируются по мероприятиям (совещания, собрания и т. п.).</a:t>
            </a:r>
          </a:p>
          <a:p>
            <a:pPr>
              <a:spcAft>
                <a:spcPts val="14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•  Цель тестирования — оценить понятность создания первой заметки и логики приложения.</a:t>
            </a:r>
          </a:p>
        </p:txBody>
      </p:sp>
      <p:pic>
        <p:nvPicPr>
          <p:cNvPr id="4" name="Picture 3" descr="главная-страница-внутри-организаци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54480"/>
            <a:ext cx="5852160" cy="3168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47548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Главная страница приложения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Цели тестирования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2400" b="1" i="0">
                <a:solidFill>
                  <a:srgbClr val="222222"/>
                </a:solidFill>
                <a:latin typeface="Calibri"/>
              </a:rPr>
              <a:t>1. 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Проверить, сможет ли новый пользователь без подсказок создать первую заметку.</a:t>
            </a:r>
          </a:p>
          <a:p>
            <a:pPr>
              <a:spcAft>
                <a:spcPts val="2400"/>
              </a:spcAft>
            </a:pPr>
            <a:r>
              <a:rPr sz="2400" b="1" i="0">
                <a:solidFill>
                  <a:srgbClr val="222222"/>
                </a:solidFill>
                <a:latin typeface="Calibri"/>
              </a:rPr>
              <a:t>2. </a:t>
            </a:r>
            <a:r>
              <a:rPr sz="2400" b="0" i="0">
                <a:solidFill>
                  <a:srgbClr val="222222"/>
                </a:solidFill>
                <a:latin typeface="Calibri"/>
              </a:rPr>
              <a:t>Выявить места, где пользователи путаются в логике «организация → мероприятие → заметка».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Методы и участники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Участники: 3 человека из целевой аудитории (ведут заметки на встречах).</a:t>
            </a:r>
          </a:p>
          <a:p>
            <a:pPr>
              <a:spcAft>
                <a:spcPts val="18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Формат: модерируемое тестирование, задачи выполняются вслух.</a:t>
            </a:r>
          </a:p>
          <a:p>
            <a:pPr>
              <a:spcAft>
                <a:spcPts val="18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Фиксация: наблюдение и протокол модератора, без видео и графиков.</a:t>
            </a:r>
          </a:p>
          <a:p>
            <a:pPr>
              <a:spcAft>
                <a:spcPts val="18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Объём: 5 типовых задач для каждого участника.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Сценарий: задачи участников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1.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Открыть приложение и начать вести заметки.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2.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Записать заметку по итогам совещания.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3.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Найти ранее созданную заметку по ключевому слову.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4.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Скачать заметку на устройство.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5.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Переключиться на другую организацию.</a:t>
            </a:r>
          </a:p>
        </p:txBody>
      </p:sp>
      <p:pic>
        <p:nvPicPr>
          <p:cNvPr id="4" name="Picture 3" descr="новая-заметка-заполненные-пол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24808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Результат 1: старт через организацию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Calibri"/>
              </a:rPr>
              <a:t>Все 3 участника не поняли, зачем создавать организацию, чтобы написать заметку — ожидали сразу поле для текста.</a:t>
            </a:r>
          </a:p>
        </p:txBody>
      </p:sp>
      <p:pic>
        <p:nvPicPr>
          <p:cNvPr id="4" name="Picture 3" descr="создание-организаци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468880"/>
            <a:ext cx="6126480" cy="3257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17520" y="61264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Обязательное создание организации на старте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Результат 2: обязательное поле «Мероприятие»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Calibri"/>
              </a:rPr>
              <a:t>2 из 3 искали поле содержания и растерялись: сначала требуется выбрать мероприятие.</a:t>
            </a:r>
          </a:p>
        </p:txBody>
      </p:sp>
      <p:pic>
        <p:nvPicPr>
          <p:cNvPr id="4" name="Picture 3" descr="новая-заметк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468880"/>
            <a:ext cx="6126480" cy="33759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17520" y="61264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Форма заметки начинается с выбора мероприятия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Результат 3: кнопка «+» без подписи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Calibri"/>
              </a:rPr>
              <a:t>2 из 3 не сразу заметили кнопку создания мероприятия рядом со списком — только иконка, без текста.</a:t>
            </a:r>
          </a:p>
        </p:txBody>
      </p:sp>
      <p:pic>
        <p:nvPicPr>
          <p:cNvPr id="4" name="Picture 3" descr="новая-заметка-создание-мероприяти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468880"/>
            <a:ext cx="6126480" cy="33720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17520" y="61264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Создание мероприятия по кнопке «+»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Результат 4: переключение организаций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Calibri"/>
              </a:rPr>
              <a:t>1 участник не догадался, что название организации в шапке кликабельно и открывает выбор.</a:t>
            </a:r>
          </a:p>
        </p:txBody>
      </p:sp>
      <p:pic>
        <p:nvPicPr>
          <p:cNvPr id="4" name="Picture 3" descr="управление-организациям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468880"/>
            <a:ext cx="6126480" cy="3381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17520" y="61264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Панель выбора организации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Результат 5: поиск по дате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Calibri"/>
              </a:rPr>
              <a:t>Подписи полей диапазона обрезаны («Дата и время оконча…»), назначение второго поля не очевидно.</a:t>
            </a:r>
          </a:p>
        </p:txBody>
      </p:sp>
      <p:pic>
        <p:nvPicPr>
          <p:cNvPr id="4" name="Picture 3" descr="поиск-замето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468880"/>
            <a:ext cx="6126480" cy="3222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17520" y="61264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Панель поиска заметок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Рекомендации (по приоритету)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1.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Пояснить назначение организации на старте (короткий текст или онбординг).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2.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Подписать кнопку «+» или добавить пункт «Новое мероприятие» в список.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3.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Если мероприятий нет — сразу открывать форму их создания.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4.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Сделать название организации в шапке визуально кликабельным.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5. 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Расширить и переименовать поля диапазона дат в поиске.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Базовые сценарии — поиск, скачивание, ведение заметок — понятны пользователям.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Первый опыт затрудняет обязательная связка «организация → мероприятие».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Устранение первых трёх рекомендаций снимет основные затруднения и ускорит начало работы.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